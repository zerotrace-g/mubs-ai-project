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hyperlink" Target="https://app.heygen.com/videos/lebanon-the-land-of-civilizations-1a5a4ba342d84f96be9cd8775b94186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images/7daaa1cb-96e4-47c9-9124-df7594da7149.jfif" TargetMode="External"/><Relationship Id="rId13" Type="http://schemas.openxmlformats.org/officeDocument/2006/relationships/hyperlink" Target="images/cfe76d12-b447-44b5-8aea-7d98c6149164.jfif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hyperlink" Target="images/a17d9ff2-6c8d-45e4-ad93-5dcb63653165.jfi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hyperlink" Target="images/a0886ada-3b27-4a2d-8497-37a4fc1bb121.jfif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20.sv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04950"/>
            <a:ext cx="5238750" cy="491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514475"/>
            <a:ext cx="5219700" cy="489927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62025" y="1657350"/>
            <a:ext cx="48482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Generative Power: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AI now acts as a "co-pilot" for human imagination, transforming simple text into complex media.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33450" y="2775495"/>
            <a:ext cx="48768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Efficiency: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Tasks that previously took days—like music composition or video editing—now happen in minutes.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2025" y="3893641"/>
            <a:ext cx="4848225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Accessibility: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High-end production tools are now available to everyone, regardless of technical background.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28700" y="5305127"/>
            <a:ext cx="47815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Infinite Iteration: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Explore thousands of creative variations instantly to find the perfect artistic direction.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906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08833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26978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338464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The Era of Creative AI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Creating a song and using </a:t>
            </a:r>
            <a:r>
              <a:rPr lang="en-US" sz="3600" b="1" i="0" u="none" strike="noStrike" cap="none" dirty="0" err="1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Suno</a:t>
            </a: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 AI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76200" cy="1104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2626271"/>
            <a:ext cx="4953000" cy="97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Step 1: Define your order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Enter specific prompts like “Lebanon in a Melody" to set the musical foundation.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169992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Step 2: Custom Lyrics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Use Custom Mode to paste your own verses or let the AI generate rhymes based on your theme.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04950"/>
            <a:ext cx="3492549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504950"/>
            <a:ext cx="3492549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66775" y="2371725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Creating the video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2905125"/>
            <a:ext cx="2901999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Using the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HeyGen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webapp I created a video about Lebanon using a good prompt</a:t>
            </a:r>
            <a:endParaRPr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5074" y="1800225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645074" y="23717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Script edit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4645074" y="2905125"/>
            <a:ext cx="2901999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 edited the script as I wanted, and I put a tag on the left corner </a:t>
            </a:r>
            <a:r>
              <a:rPr lang="en-US" sz="165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of the video. 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4" y="1776163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Virtual Production via HeyGen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Clapper board with solid fill">
            <a:hlinkClick r:id="rId7"/>
            <a:extLst>
              <a:ext uri="{FF2B5EF4-FFF2-40B4-BE49-F238E27FC236}">
                <a16:creationId xmlns:a16="http://schemas.microsoft.com/office/drawing/2014/main" id="{47DF55FB-8413-4BA3-94E2-EABA9DB27E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90891" y="315888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88976"/>
            <a:ext cx="5238750" cy="321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98501"/>
            <a:ext cx="5219700" cy="319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90600" y="2441376"/>
            <a:ext cx="4819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Prompt to Reality: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Convert descriptive language into hyper-realistic 4K resolution images.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90600" y="3559522"/>
            <a:ext cx="481965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 created some images about Lebanon using a specified prompt 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74714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92859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Visual Arts with NanoBanana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Camera with solid fill">
            <a:hlinkClick r:id="rId8" action="ppaction://hlinkfile"/>
            <a:extLst>
              <a:ext uri="{FF2B5EF4-FFF2-40B4-BE49-F238E27FC236}">
                <a16:creationId xmlns:a16="http://schemas.microsoft.com/office/drawing/2014/main" id="{018F120F-3ED3-40C1-8236-5E8AF86FB0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" y="4749403"/>
            <a:ext cx="914400" cy="914400"/>
          </a:xfrm>
          <a:prstGeom prst="rect">
            <a:avLst/>
          </a:prstGeom>
        </p:spPr>
      </p:pic>
      <p:pic>
        <p:nvPicPr>
          <p:cNvPr id="23" name="Graphic 22" descr="Camera with solid fill">
            <a:hlinkClick r:id="rId11" action="ppaction://hlinkfile"/>
            <a:extLst>
              <a:ext uri="{FF2B5EF4-FFF2-40B4-BE49-F238E27FC236}">
                <a16:creationId xmlns:a16="http://schemas.microsoft.com/office/drawing/2014/main" id="{B46FBAC8-D7D8-4894-B13E-6A4C59C014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9001" y="4749403"/>
            <a:ext cx="914400" cy="914400"/>
          </a:xfrm>
          <a:prstGeom prst="rect">
            <a:avLst/>
          </a:prstGeom>
        </p:spPr>
      </p:pic>
      <p:pic>
        <p:nvPicPr>
          <p:cNvPr id="24" name="Graphic 23" descr="Camera with solid fill">
            <a:hlinkClick r:id="rId12" action="ppaction://hlinkfile"/>
            <a:extLst>
              <a:ext uri="{FF2B5EF4-FFF2-40B4-BE49-F238E27FC236}">
                <a16:creationId xmlns:a16="http://schemas.microsoft.com/office/drawing/2014/main" id="{E7D11DD7-8845-432A-8225-5282F3F6F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0302" y="4749403"/>
            <a:ext cx="914400" cy="914400"/>
          </a:xfrm>
          <a:prstGeom prst="rect">
            <a:avLst/>
          </a:prstGeom>
        </p:spPr>
      </p:pic>
      <p:pic>
        <p:nvPicPr>
          <p:cNvPr id="25" name="Graphic 24" descr="Camera with solid fill">
            <a:hlinkClick r:id="rId13" action="ppaction://hlinkfile"/>
            <a:extLst>
              <a:ext uri="{FF2B5EF4-FFF2-40B4-BE49-F238E27FC236}">
                <a16:creationId xmlns:a16="http://schemas.microsoft.com/office/drawing/2014/main" id="{E91E4D0E-FC15-4D62-8672-CA504786E2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1603" y="4749403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585E7C-42B8-480F-B0FC-D50DA230BD09}"/>
              </a:ext>
            </a:extLst>
          </p:cNvPr>
          <p:cNvSpPr txBox="1"/>
          <p:nvPr/>
        </p:nvSpPr>
        <p:spPr>
          <a:xfrm>
            <a:off x="943708" y="5663803"/>
            <a:ext cx="20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C4144-40E0-4EDE-BDE1-D8F40ED2B3ED}"/>
              </a:ext>
            </a:extLst>
          </p:cNvPr>
          <p:cNvSpPr txBox="1"/>
          <p:nvPr/>
        </p:nvSpPr>
        <p:spPr>
          <a:xfrm>
            <a:off x="2275009" y="5660983"/>
            <a:ext cx="20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AADB8E-39FD-49D8-88F8-1D113CA2D68B}"/>
              </a:ext>
            </a:extLst>
          </p:cNvPr>
          <p:cNvSpPr txBox="1"/>
          <p:nvPr/>
        </p:nvSpPr>
        <p:spPr>
          <a:xfrm>
            <a:off x="3606310" y="5663803"/>
            <a:ext cx="20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122BFA-A218-46F6-B71A-1F05ACA678B5}"/>
              </a:ext>
            </a:extLst>
          </p:cNvPr>
          <p:cNvSpPr txBox="1"/>
          <p:nvPr/>
        </p:nvSpPr>
        <p:spPr>
          <a:xfrm>
            <a:off x="4975709" y="5660983"/>
            <a:ext cx="20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71500" y="267756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3449091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3439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3439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3422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43422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04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1666875" y="284142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https://png.pngtree.com/background/20250319/original/pngtree-glowing-neural-networks-in-a-high-tech-digital-background-picture-image_16364335.jpg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666875" y="306228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pngtree.com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574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666875" y="3591966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https://substackcdn.com/image/fetch/$s_!030H!,f_auto,q_auto:good,fl_progressive:steep/https%3A%2F%2Fsubstack-post-media.s3.amazonaws.com%2Fpublic%2Fimages%2Fcea5f1e9-1e72-4771-aba6-79260904e488_1440x1004.jpeg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666875" y="398606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creatoreconomy.so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946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666875" y="45155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https://dallegenerate.art/wp-content/uploads/2026/01/Gemini_Generated_Image_sdqnl6sdqnl6sdqn-scaled.webp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666875" y="47364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dallegenerate.art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320</Words>
  <Application>Microsoft Office PowerPoint</Application>
  <PresentationFormat>Widescreen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Open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Georges</dc:creator>
  <cp:lastModifiedBy>Georges</cp:lastModifiedBy>
  <cp:revision>5</cp:revision>
  <dcterms:modified xsi:type="dcterms:W3CDTF">2026-05-13T05:51:04Z</dcterms:modified>
</cp:coreProperties>
</file>