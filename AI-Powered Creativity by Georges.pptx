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  <p:sldId id="260" r:id="rId9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76" y="6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hyperlink" Target="https://suno.com/s/qDwlH90Th2yLLuAH" TargetMode="Externa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hyperlink" Target="https://app.heygen.com/videos/lebanon-the-land-of-civilizations-1a5a4ba342d84f96be9cd8775b941869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slide" Target="slide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f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f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f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5826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04950"/>
            <a:ext cx="5238750" cy="4918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514475"/>
            <a:ext cx="5219700" cy="489927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962025" y="1657350"/>
            <a:ext cx="484822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Generative Power: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AI now acts as a "co-pilot" for human imagination, transforming simple text into complex media.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895350" y="3218580"/>
            <a:ext cx="48768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Efficiency: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Tasks that previously took days—like music composition or video editing—now happen in minutes.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956164" y="4779810"/>
            <a:ext cx="4848225" cy="106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In this project we are going to create a song using </a:t>
            </a:r>
            <a:r>
              <a:rPr lang="en-US" sz="1650" b="1" i="0" u="none" strike="noStrike" cap="none" dirty="0" err="1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suno</a:t>
            </a:r>
            <a:r>
              <a:rPr lang="en-US" sz="165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, create a video using Heygen, and create some pictures using Nanobanana.</a:t>
            </a:r>
            <a:endParaRPr dirty="0"/>
          </a:p>
        </p:txBody>
      </p:sp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69068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3400" y="3251918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14561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The Era of Creative AI</a:t>
            </a:r>
            <a:endParaRPr dirty="0"/>
          </a:p>
        </p:txBody>
      </p:sp>
      <p:sp>
        <p:nvSpPr>
          <p:cNvPr id="96" name="Google Shape;96;p13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8" grpId="0"/>
      <p:bldP spid="8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62000" y="571500"/>
            <a:ext cx="50006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Creating a song and using </a:t>
            </a:r>
            <a:r>
              <a:rPr lang="en-US" sz="3600" b="1" i="0" u="none" strike="noStrike" cap="none" dirty="0" err="1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Suno</a:t>
            </a:r>
            <a:r>
              <a:rPr lang="en-US" sz="3600" b="1" i="0" u="none" strike="noStrike" cap="none" dirty="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 AI</a:t>
            </a:r>
            <a:endParaRPr dirty="0"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76200" cy="11049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2626271"/>
            <a:ext cx="4953000" cy="130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Step 1: Define your intent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Using the webapp suno.com we entered a specific prompts to create a song called “Lebanon in a Melody"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4169992"/>
            <a:ext cx="4953000" cy="130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Step 2: Custom Lyrics if needed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We can use Custom Mode to paste our own verses or let the AI generate rhymes based on your theme. We choose the second option.</a:t>
            </a:r>
            <a:endParaRPr dirty="0"/>
          </a:p>
        </p:txBody>
      </p:sp>
      <p:pic>
        <p:nvPicPr>
          <p:cNvPr id="3" name="Graphic 2" descr="Music notes with solid fill">
            <a:hlinkClick r:id="rId5"/>
            <a:extLst>
              <a:ext uri="{FF2B5EF4-FFF2-40B4-BE49-F238E27FC236}">
                <a16:creationId xmlns:a16="http://schemas.microsoft.com/office/drawing/2014/main" id="{AF453455-D851-4728-9E13-D926171BCF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90800" y="5713713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05" grpId="0"/>
      <p:bldP spid="10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70946" y="1504950"/>
            <a:ext cx="3492549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04146" y="1504950"/>
            <a:ext cx="3492549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4055452" y="2372067"/>
            <a:ext cx="304709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Creating the video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4055453" y="2905125"/>
            <a:ext cx="2901999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Using the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HeyGen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webapp I created a video about Lebanon using a good prompt.</a:t>
            </a:r>
            <a:endParaRPr dirty="0"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75478" y="1800225"/>
            <a:ext cx="2901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675478" y="237172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Script edit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7675478" y="2905125"/>
            <a:ext cx="2901999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I edited the script as I wanted.</a:t>
            </a:r>
            <a:endParaRPr dirty="0"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55452" y="1776163"/>
            <a:ext cx="2901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Virtual Production via </a:t>
            </a:r>
            <a:r>
              <a:rPr lang="en-US" sz="3600" b="1" i="0" u="none" strike="noStrike" cap="none" dirty="0" err="1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HeyGen</a:t>
            </a:r>
            <a:endParaRPr dirty="0"/>
          </a:p>
        </p:txBody>
      </p:sp>
      <p:sp>
        <p:nvSpPr>
          <p:cNvPr id="126" name="Google Shape;126;p15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raphic 2" descr="Clapper board with solid fill">
            <a:hlinkClick r:id="rId7"/>
            <a:extLst>
              <a:ext uri="{FF2B5EF4-FFF2-40B4-BE49-F238E27FC236}">
                <a16:creationId xmlns:a16="http://schemas.microsoft.com/office/drawing/2014/main" id="{47DF55FB-8413-4BA3-94E2-EABA9DB27E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37346" y="5372100"/>
            <a:ext cx="914400" cy="914400"/>
          </a:xfrm>
          <a:prstGeom prst="rect">
            <a:avLst/>
          </a:prstGeom>
        </p:spPr>
      </p:pic>
      <p:pic>
        <p:nvPicPr>
          <p:cNvPr id="19" name="Google Shape;113;p15" descr="image.png">
            <a:extLst>
              <a:ext uri="{FF2B5EF4-FFF2-40B4-BE49-F238E27FC236}">
                <a16:creationId xmlns:a16="http://schemas.microsoft.com/office/drawing/2014/main" id="{6DEB7B0F-6239-47DE-864D-11931256A7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746" y="1504950"/>
            <a:ext cx="3492549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16;p15" descr="image.png">
            <a:extLst>
              <a:ext uri="{FF2B5EF4-FFF2-40B4-BE49-F238E27FC236}">
                <a16:creationId xmlns:a16="http://schemas.microsoft.com/office/drawing/2014/main" id="{C0115429-004C-4BB6-8956-E29AF32662BE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3021" y="1800225"/>
            <a:ext cx="2901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7;p15">
            <a:extLst>
              <a:ext uri="{FF2B5EF4-FFF2-40B4-BE49-F238E27FC236}">
                <a16:creationId xmlns:a16="http://schemas.microsoft.com/office/drawing/2014/main" id="{72202D6F-7F7B-443E-9EB1-6302932282D1}"/>
              </a:ext>
            </a:extLst>
          </p:cNvPr>
          <p:cNvSpPr txBox="1"/>
          <p:nvPr/>
        </p:nvSpPr>
        <p:spPr>
          <a:xfrm>
            <a:off x="433021" y="237172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Avatar Selection</a:t>
            </a:r>
            <a:endParaRPr/>
          </a:p>
        </p:txBody>
      </p:sp>
      <p:sp>
        <p:nvSpPr>
          <p:cNvPr id="22" name="Google Shape;118;p15">
            <a:extLst>
              <a:ext uri="{FF2B5EF4-FFF2-40B4-BE49-F238E27FC236}">
                <a16:creationId xmlns:a16="http://schemas.microsoft.com/office/drawing/2014/main" id="{AA5D7C17-6C2B-488A-A148-F95F8F4594D8}"/>
              </a:ext>
            </a:extLst>
          </p:cNvPr>
          <p:cNvSpPr txBox="1"/>
          <p:nvPr/>
        </p:nvSpPr>
        <p:spPr>
          <a:xfrm>
            <a:off x="433021" y="2905125"/>
            <a:ext cx="2901999" cy="106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At first </a:t>
            </a:r>
            <a:r>
              <a:rPr lang="en-US" sz="1650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We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choose an avatar from the library of photorealistic avatars 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  <p:bldP spid="118" grpId="0"/>
      <p:bldP spid="120" grpId="0"/>
      <p:bldP spid="121" grpId="0"/>
      <p:bldP spid="125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288976"/>
            <a:ext cx="5238750" cy="321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1275" y="2298501"/>
            <a:ext cx="5219700" cy="319444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990600" y="2441376"/>
            <a:ext cx="4819650" cy="106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Prompt to Reality: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Nanobanana Convert descriptive language into hyper-realistic 4K resolution images.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990600" y="3559522"/>
            <a:ext cx="4819650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I created some images about Lebanon using a specified prompt 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74714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92859"/>
            <a:ext cx="2762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Visual Arts with </a:t>
            </a:r>
            <a:r>
              <a:rPr lang="en-US" sz="3600" b="1" i="0" u="none" strike="noStrike" cap="none" dirty="0" err="1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NanoBanana</a:t>
            </a:r>
            <a:endParaRPr dirty="0"/>
          </a:p>
        </p:txBody>
      </p:sp>
      <p:sp>
        <p:nvSpPr>
          <p:cNvPr id="141" name="Google Shape;141;p16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raphic 2" descr="Camera with solid fill">
            <a:hlinkClick r:id="rId7" action="ppaction://hlinksldjump"/>
            <a:extLst>
              <a:ext uri="{FF2B5EF4-FFF2-40B4-BE49-F238E27FC236}">
                <a16:creationId xmlns:a16="http://schemas.microsoft.com/office/drawing/2014/main" id="{018F120F-3ED3-40C1-8236-5E8AF86FB0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43225" y="4588072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/>
      <p:bldP spid="135" grpId="0"/>
      <p:bldP spid="1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2BA3E-D21F-4192-B8BC-43320AB421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5613F8-7DDE-4C4C-B2E9-73C31768D6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BF9979-A073-4BCC-AB77-2E0E8256B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62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D00F8-A597-43D1-B255-9DB91E0BC4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187E1F-1BB5-4030-9261-184EE8AB52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23E67E-6FCF-4609-B58F-69245518A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04850"/>
            <a:ext cx="97536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761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8CDDC-2A26-4DB2-AFEC-547ADB5138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F1D0F6-4D88-4679-87D0-89DB93A074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061F71-9411-4708-B6EE-6A8AFF5A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81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/>
        </p:nvSpPr>
        <p:spPr>
          <a:xfrm>
            <a:off x="571500" y="2677566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71500" y="3449091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71500" y="34395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71500" y="34395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71500" y="43422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71500" y="43422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75735" y="267756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44362" y="362307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49208" y="524485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2803647" y="1706015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Any questions?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223</Words>
  <Application>Microsoft Office PowerPoint</Application>
  <PresentationFormat>Widescreen</PresentationFormat>
  <Paragraphs>18</Paragraphs>
  <Slides>8</Slides>
  <Notes>5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Open Sans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Georges</dc:creator>
  <cp:lastModifiedBy>Georges</cp:lastModifiedBy>
  <cp:revision>17</cp:revision>
  <dcterms:modified xsi:type="dcterms:W3CDTF">2026-05-16T22:09:58Z</dcterms:modified>
</cp:coreProperties>
</file>